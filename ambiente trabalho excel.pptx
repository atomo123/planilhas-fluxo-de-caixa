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58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14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81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01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122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72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675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27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32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54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0C9C4-6E70-42A0-A20F-0FF86EC08816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CEA10-71B3-4B8A-96AA-E0B20F4B16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96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926" y="1020940"/>
            <a:ext cx="9136988" cy="512742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CaixaDeTexto 4"/>
          <p:cNvSpPr txBox="1"/>
          <p:nvPr/>
        </p:nvSpPr>
        <p:spPr>
          <a:xfrm>
            <a:off x="2006931" y="142166"/>
            <a:ext cx="1591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Barra de </a:t>
            </a:r>
            <a:r>
              <a:rPr lang="en-US" dirty="0" err="1" smtClean="0"/>
              <a:t>acesso</a:t>
            </a:r>
            <a:r>
              <a:rPr lang="en-US" dirty="0" smtClean="0"/>
              <a:t> </a:t>
            </a:r>
            <a:r>
              <a:rPr lang="en-US" dirty="0" err="1" smtClean="0"/>
              <a:t>rápido</a:t>
            </a:r>
            <a:endParaRPr lang="pt-BR" dirty="0"/>
          </a:p>
        </p:txBody>
      </p:sp>
      <p:cxnSp>
        <p:nvCxnSpPr>
          <p:cNvPr id="7" name="Conector de seta reta 6"/>
          <p:cNvCxnSpPr/>
          <p:nvPr/>
        </p:nvCxnSpPr>
        <p:spPr>
          <a:xfrm flipH="1">
            <a:off x="2434442" y="788497"/>
            <a:ext cx="154379" cy="232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2006931" y="1020940"/>
            <a:ext cx="878773" cy="1547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5303582" y="258387"/>
            <a:ext cx="159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Barra de </a:t>
            </a:r>
            <a:r>
              <a:rPr lang="en-US" dirty="0" err="1" smtClean="0"/>
              <a:t>Título</a:t>
            </a:r>
            <a:endParaRPr lang="pt-BR" dirty="0"/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6210795" y="627719"/>
            <a:ext cx="71252" cy="393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115562" y="550927"/>
            <a:ext cx="223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Controles</a:t>
            </a:r>
            <a:r>
              <a:rPr lang="en-US" dirty="0" smtClean="0"/>
              <a:t> do excel</a:t>
            </a:r>
          </a:p>
          <a:p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10013392" y="1020940"/>
            <a:ext cx="878773" cy="15471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de seta reta 15"/>
          <p:cNvCxnSpPr/>
          <p:nvPr/>
        </p:nvCxnSpPr>
        <p:spPr>
          <a:xfrm>
            <a:off x="10234186" y="874092"/>
            <a:ext cx="144848" cy="146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1816926" y="2446319"/>
            <a:ext cx="190005" cy="33369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783776" y="3261234"/>
            <a:ext cx="866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Linhas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7524270" y="2891902"/>
            <a:ext cx="159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Colunas</a:t>
            </a:r>
            <a:endParaRPr lang="en-US" dirty="0" smtClean="0"/>
          </a:p>
        </p:txBody>
      </p:sp>
      <p:cxnSp>
        <p:nvCxnSpPr>
          <p:cNvPr id="26" name="Conector de seta reta 25"/>
          <p:cNvCxnSpPr/>
          <p:nvPr/>
        </p:nvCxnSpPr>
        <p:spPr>
          <a:xfrm flipV="1">
            <a:off x="1418030" y="3455719"/>
            <a:ext cx="398896" cy="11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 flipV="1">
            <a:off x="7766462" y="2446319"/>
            <a:ext cx="213756" cy="445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2006931" y="2291938"/>
            <a:ext cx="8668986" cy="15438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4794128" y="3215319"/>
            <a:ext cx="159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Célula</a:t>
            </a:r>
            <a:r>
              <a:rPr lang="en-US" dirty="0" smtClean="0"/>
              <a:t> </a:t>
            </a:r>
            <a:r>
              <a:rPr lang="en-US" dirty="0" err="1" smtClean="0"/>
              <a:t>activa</a:t>
            </a:r>
            <a:endParaRPr lang="en-US" dirty="0" smtClean="0"/>
          </a:p>
        </p:txBody>
      </p:sp>
      <p:cxnSp>
        <p:nvCxnSpPr>
          <p:cNvPr id="32" name="Conector de seta reta 31"/>
          <p:cNvCxnSpPr/>
          <p:nvPr/>
        </p:nvCxnSpPr>
        <p:spPr>
          <a:xfrm flipH="1" flipV="1">
            <a:off x="5177642" y="2914432"/>
            <a:ext cx="150874" cy="346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2138809" y="4904171"/>
            <a:ext cx="199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Planilha</a:t>
            </a:r>
            <a:r>
              <a:rPr lang="en-US" dirty="0" smtClean="0"/>
              <a:t> / </a:t>
            </a:r>
            <a:r>
              <a:rPr lang="en-US" dirty="0" err="1" smtClean="0"/>
              <a:t>Folha</a:t>
            </a:r>
            <a:r>
              <a:rPr lang="en-US" dirty="0" smtClean="0"/>
              <a:t> de </a:t>
            </a:r>
            <a:r>
              <a:rPr lang="en-US" dirty="0" err="1" smtClean="0"/>
              <a:t>cálculo</a:t>
            </a:r>
            <a:r>
              <a:rPr lang="en-US" dirty="0" smtClean="0"/>
              <a:t> </a:t>
            </a:r>
            <a:r>
              <a:rPr lang="en-US" dirty="0" err="1" smtClean="0"/>
              <a:t>Aberta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2934454" y="6148362"/>
            <a:ext cx="224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Botão</a:t>
            </a:r>
            <a:r>
              <a:rPr lang="en-US" dirty="0" smtClean="0"/>
              <a:t> </a:t>
            </a:r>
            <a:r>
              <a:rPr lang="en-US" dirty="0" err="1" smtClean="0"/>
              <a:t>adicionar</a:t>
            </a:r>
            <a:r>
              <a:rPr lang="en-US" dirty="0" smtClean="0"/>
              <a:t> </a:t>
            </a:r>
            <a:r>
              <a:rPr lang="en-US" dirty="0" err="1" smtClean="0"/>
              <a:t>folha</a:t>
            </a:r>
            <a:r>
              <a:rPr lang="en-US" dirty="0" smtClean="0"/>
              <a:t> / </a:t>
            </a:r>
            <a:r>
              <a:rPr lang="en-US" dirty="0" err="1" smtClean="0"/>
              <a:t>planilha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7153484" y="6166293"/>
            <a:ext cx="237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Modos</a:t>
            </a:r>
            <a:r>
              <a:rPr lang="en-US" dirty="0" smtClean="0"/>
              <a:t> de </a:t>
            </a:r>
            <a:r>
              <a:rPr lang="en-US" dirty="0" err="1" smtClean="0"/>
              <a:t>visualização</a:t>
            </a:r>
            <a:r>
              <a:rPr lang="en-US" dirty="0" smtClean="0"/>
              <a:t> / </a:t>
            </a:r>
            <a:r>
              <a:rPr lang="en-US" dirty="0" err="1" smtClean="0"/>
              <a:t>exibição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10452778" y="6184224"/>
            <a:ext cx="1591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Ferramentas</a:t>
            </a:r>
            <a:r>
              <a:rPr lang="en-US" dirty="0" smtClean="0"/>
              <a:t> de zoom</a:t>
            </a:r>
            <a:endParaRPr lang="pt-BR" dirty="0"/>
          </a:p>
        </p:txBody>
      </p:sp>
      <p:sp>
        <p:nvSpPr>
          <p:cNvPr id="37" name="Retângulo 36"/>
          <p:cNvSpPr/>
          <p:nvPr/>
        </p:nvSpPr>
        <p:spPr>
          <a:xfrm>
            <a:off x="9704658" y="5993645"/>
            <a:ext cx="1249255" cy="1547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de seta reta 38"/>
          <p:cNvCxnSpPr>
            <a:stCxn id="36" idx="0"/>
          </p:cNvCxnSpPr>
          <p:nvPr/>
        </p:nvCxnSpPr>
        <p:spPr>
          <a:xfrm flipH="1" flipV="1">
            <a:off x="10806545" y="6148362"/>
            <a:ext cx="441879" cy="35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8996533" y="5792429"/>
            <a:ext cx="703162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cxnSp>
        <p:nvCxnSpPr>
          <p:cNvPr id="42" name="Conector de seta reta 41"/>
          <p:cNvCxnSpPr/>
          <p:nvPr/>
        </p:nvCxnSpPr>
        <p:spPr>
          <a:xfrm flipV="1">
            <a:off x="8098971" y="5993645"/>
            <a:ext cx="1016591" cy="312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H="1" flipV="1">
            <a:off x="3170712" y="5890161"/>
            <a:ext cx="427511" cy="510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/>
          <p:nvPr/>
        </p:nvCxnSpPr>
        <p:spPr>
          <a:xfrm flipH="1">
            <a:off x="2731325" y="5415148"/>
            <a:ext cx="154379" cy="475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ângulo 46"/>
          <p:cNvSpPr/>
          <p:nvPr/>
        </p:nvSpPr>
        <p:spPr>
          <a:xfrm>
            <a:off x="3507909" y="2051854"/>
            <a:ext cx="7298636" cy="172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Barra de formulas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11139055" y="1531917"/>
            <a:ext cx="905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Expandir</a:t>
            </a:r>
            <a:r>
              <a:rPr lang="en-US" dirty="0" smtClean="0"/>
              <a:t> </a:t>
            </a:r>
            <a:r>
              <a:rPr lang="en-US" dirty="0" err="1" smtClean="0"/>
              <a:t>barra</a:t>
            </a:r>
            <a:r>
              <a:rPr lang="en-US" dirty="0" smtClean="0"/>
              <a:t> de </a:t>
            </a:r>
            <a:r>
              <a:rPr lang="en-US" dirty="0" err="1" smtClean="0"/>
              <a:t>fórmulas</a:t>
            </a:r>
            <a:endParaRPr lang="pt-BR" dirty="0"/>
          </a:p>
        </p:txBody>
      </p:sp>
      <p:cxnSp>
        <p:nvCxnSpPr>
          <p:cNvPr id="50" name="Conector de seta reta 49"/>
          <p:cNvCxnSpPr/>
          <p:nvPr/>
        </p:nvCxnSpPr>
        <p:spPr>
          <a:xfrm flipH="1">
            <a:off x="10892165" y="2138178"/>
            <a:ext cx="460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440640" y="2446319"/>
            <a:ext cx="1015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Caixa</a:t>
            </a:r>
            <a:r>
              <a:rPr lang="en-US" dirty="0" smtClean="0"/>
              <a:t> de </a:t>
            </a:r>
            <a:r>
              <a:rPr lang="en-US" dirty="0" err="1" smtClean="0"/>
              <a:t>nome</a:t>
            </a:r>
            <a:r>
              <a:rPr lang="en-US" dirty="0" err="1"/>
              <a:t>s</a:t>
            </a:r>
            <a:endParaRPr lang="pt-BR" dirty="0"/>
          </a:p>
        </p:txBody>
      </p:sp>
      <p:cxnSp>
        <p:nvCxnSpPr>
          <p:cNvPr id="53" name="Conector de seta reta 52"/>
          <p:cNvCxnSpPr/>
          <p:nvPr/>
        </p:nvCxnSpPr>
        <p:spPr>
          <a:xfrm flipV="1">
            <a:off x="1124058" y="2170655"/>
            <a:ext cx="765311" cy="638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7980218" y="4114801"/>
            <a:ext cx="1864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Barras</a:t>
            </a:r>
            <a:r>
              <a:rPr lang="en-US" dirty="0" smtClean="0"/>
              <a:t> de </a:t>
            </a:r>
            <a:r>
              <a:rPr lang="en-US" dirty="0" err="1" smtClean="0"/>
              <a:t>rolagem</a:t>
            </a:r>
            <a:endParaRPr lang="en-US" dirty="0" smtClean="0"/>
          </a:p>
          <a:p>
            <a:r>
              <a:rPr lang="en-US" dirty="0" smtClean="0"/>
              <a:t>Vertical / horizontal</a:t>
            </a:r>
            <a:endParaRPr lang="pt-BR" dirty="0"/>
          </a:p>
        </p:txBody>
      </p:sp>
      <p:cxnSp>
        <p:nvCxnSpPr>
          <p:cNvPr id="56" name="Conector de seta reta 55"/>
          <p:cNvCxnSpPr/>
          <p:nvPr/>
        </p:nvCxnSpPr>
        <p:spPr>
          <a:xfrm flipV="1">
            <a:off x="8996533" y="4453247"/>
            <a:ext cx="1895632" cy="450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/>
          <p:cNvCxnSpPr/>
          <p:nvPr/>
        </p:nvCxnSpPr>
        <p:spPr>
          <a:xfrm flipH="1">
            <a:off x="8419605" y="5201392"/>
            <a:ext cx="130629" cy="68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3170712" y="2891902"/>
            <a:ext cx="961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Inserir</a:t>
            </a:r>
            <a:r>
              <a:rPr lang="en-US" dirty="0" smtClean="0"/>
              <a:t> </a:t>
            </a:r>
            <a:r>
              <a:rPr lang="en-US" dirty="0" err="1" smtClean="0"/>
              <a:t>função</a:t>
            </a:r>
            <a:endParaRPr lang="pt-BR" dirty="0"/>
          </a:p>
        </p:txBody>
      </p:sp>
      <p:cxnSp>
        <p:nvCxnSpPr>
          <p:cNvPr id="61" name="Conector de seta reta 60"/>
          <p:cNvCxnSpPr/>
          <p:nvPr/>
        </p:nvCxnSpPr>
        <p:spPr>
          <a:xfrm flipV="1">
            <a:off x="3335159" y="2138180"/>
            <a:ext cx="4131" cy="871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/>
          <p:cNvSpPr/>
          <p:nvPr/>
        </p:nvSpPr>
        <p:spPr>
          <a:xfrm>
            <a:off x="1793176" y="1185383"/>
            <a:ext cx="7089568" cy="1684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/>
          <p:cNvSpPr txBox="1"/>
          <p:nvPr/>
        </p:nvSpPr>
        <p:spPr>
          <a:xfrm>
            <a:off x="0" y="874092"/>
            <a:ext cx="165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Guias</a:t>
            </a:r>
            <a:r>
              <a:rPr lang="en-US" dirty="0" smtClean="0"/>
              <a:t> / menus</a:t>
            </a:r>
            <a:endParaRPr lang="pt-BR" dirty="0"/>
          </a:p>
        </p:txBody>
      </p:sp>
      <p:cxnSp>
        <p:nvCxnSpPr>
          <p:cNvPr id="67" name="Conector de seta reta 66"/>
          <p:cNvCxnSpPr>
            <a:endCxn id="62" idx="1"/>
          </p:cNvCxnSpPr>
          <p:nvPr/>
        </p:nvCxnSpPr>
        <p:spPr>
          <a:xfrm>
            <a:off x="783776" y="1125339"/>
            <a:ext cx="1009400" cy="144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tângulo 69"/>
          <p:cNvSpPr/>
          <p:nvPr/>
        </p:nvSpPr>
        <p:spPr>
          <a:xfrm>
            <a:off x="1793176" y="1353786"/>
            <a:ext cx="9160737" cy="6538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CaixaDeTexto 70"/>
          <p:cNvSpPr txBox="1"/>
          <p:nvPr/>
        </p:nvSpPr>
        <p:spPr>
          <a:xfrm>
            <a:off x="40491" y="1408805"/>
            <a:ext cx="165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Faixa</a:t>
            </a:r>
            <a:r>
              <a:rPr lang="en-US" dirty="0" smtClean="0"/>
              <a:t> de </a:t>
            </a:r>
            <a:r>
              <a:rPr lang="en-US" dirty="0" err="1" smtClean="0"/>
              <a:t>opções</a:t>
            </a:r>
            <a:r>
              <a:rPr lang="pt-BR" dirty="0"/>
              <a:t> </a:t>
            </a:r>
            <a:r>
              <a:rPr lang="pt-BR" dirty="0" smtClean="0"/>
              <a:t>/ ferramentas</a:t>
            </a:r>
            <a:endParaRPr lang="en-US" dirty="0"/>
          </a:p>
        </p:txBody>
      </p:sp>
      <p:cxnSp>
        <p:nvCxnSpPr>
          <p:cNvPr id="72" name="Conector de seta reta 71"/>
          <p:cNvCxnSpPr/>
          <p:nvPr/>
        </p:nvCxnSpPr>
        <p:spPr>
          <a:xfrm flipV="1">
            <a:off x="1455982" y="1804298"/>
            <a:ext cx="377685" cy="1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ângulo 73"/>
          <p:cNvSpPr/>
          <p:nvPr/>
        </p:nvSpPr>
        <p:spPr>
          <a:xfrm>
            <a:off x="2232561" y="1185383"/>
            <a:ext cx="795647" cy="16840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/>
          <p:cNvSpPr txBox="1"/>
          <p:nvPr/>
        </p:nvSpPr>
        <p:spPr>
          <a:xfrm>
            <a:off x="3526970" y="255208"/>
            <a:ext cx="165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Guia</a:t>
            </a:r>
            <a:r>
              <a:rPr lang="en-US" dirty="0" smtClean="0"/>
              <a:t> / menu </a:t>
            </a:r>
            <a:r>
              <a:rPr lang="en-US" dirty="0" err="1" smtClean="0"/>
              <a:t>activo</a:t>
            </a:r>
            <a:endParaRPr lang="pt-BR" dirty="0"/>
          </a:p>
        </p:txBody>
      </p:sp>
      <p:cxnSp>
        <p:nvCxnSpPr>
          <p:cNvPr id="76" name="Conector de seta reta 75"/>
          <p:cNvCxnSpPr/>
          <p:nvPr/>
        </p:nvCxnSpPr>
        <p:spPr>
          <a:xfrm flipH="1">
            <a:off x="2885705" y="824798"/>
            <a:ext cx="985654" cy="398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/>
          <p:cNvSpPr txBox="1"/>
          <p:nvPr/>
        </p:nvSpPr>
        <p:spPr>
          <a:xfrm>
            <a:off x="40491" y="5415148"/>
            <a:ext cx="165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Botões</a:t>
            </a:r>
            <a:r>
              <a:rPr lang="en-US" dirty="0" smtClean="0"/>
              <a:t> de </a:t>
            </a:r>
            <a:r>
              <a:rPr lang="en-US" dirty="0" err="1" smtClean="0"/>
              <a:t>movimentação</a:t>
            </a:r>
            <a:endParaRPr lang="pt-BR" dirty="0"/>
          </a:p>
        </p:txBody>
      </p:sp>
      <p:sp>
        <p:nvSpPr>
          <p:cNvPr id="83" name="CaixaDeTexto 82"/>
          <p:cNvSpPr txBox="1"/>
          <p:nvPr/>
        </p:nvSpPr>
        <p:spPr>
          <a:xfrm>
            <a:off x="1785880" y="5792429"/>
            <a:ext cx="598150" cy="18533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cxnSp>
        <p:nvCxnSpPr>
          <p:cNvPr id="85" name="Conector de seta reta 84"/>
          <p:cNvCxnSpPr>
            <a:endCxn id="83" idx="1"/>
          </p:cNvCxnSpPr>
          <p:nvPr/>
        </p:nvCxnSpPr>
        <p:spPr>
          <a:xfrm>
            <a:off x="1124058" y="5688281"/>
            <a:ext cx="661822" cy="196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7184190" y="5792429"/>
            <a:ext cx="216766" cy="21262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7" name="CaixaDeTexto 86"/>
          <p:cNvSpPr txBox="1"/>
          <p:nvPr/>
        </p:nvSpPr>
        <p:spPr>
          <a:xfrm>
            <a:off x="5229031" y="4381587"/>
            <a:ext cx="186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Divisor horizontal</a:t>
            </a:r>
            <a:endParaRPr lang="pt-BR" dirty="0"/>
          </a:p>
        </p:txBody>
      </p:sp>
      <p:cxnSp>
        <p:nvCxnSpPr>
          <p:cNvPr id="89" name="Conector de seta reta 88"/>
          <p:cNvCxnSpPr>
            <a:endCxn id="86" idx="1"/>
          </p:cNvCxnSpPr>
          <p:nvPr/>
        </p:nvCxnSpPr>
        <p:spPr>
          <a:xfrm>
            <a:off x="6385420" y="4678709"/>
            <a:ext cx="798770" cy="122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ixaDeTexto 90"/>
          <p:cNvSpPr txBox="1"/>
          <p:nvPr/>
        </p:nvSpPr>
        <p:spPr>
          <a:xfrm>
            <a:off x="1831789" y="5993645"/>
            <a:ext cx="598150" cy="1853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cxnSp>
        <p:nvCxnSpPr>
          <p:cNvPr id="92" name="Conector de seta reta 91"/>
          <p:cNvCxnSpPr>
            <a:endCxn id="91" idx="1"/>
          </p:cNvCxnSpPr>
          <p:nvPr/>
        </p:nvCxnSpPr>
        <p:spPr>
          <a:xfrm flipV="1">
            <a:off x="1100243" y="6086315"/>
            <a:ext cx="731546" cy="169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/>
          <p:cNvSpPr txBox="1"/>
          <p:nvPr/>
        </p:nvSpPr>
        <p:spPr>
          <a:xfrm>
            <a:off x="147257" y="6151787"/>
            <a:ext cx="1307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Gravação</a:t>
            </a:r>
            <a:r>
              <a:rPr lang="en-US" dirty="0" smtClean="0"/>
              <a:t> macro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6048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3859480" y="2324966"/>
            <a:ext cx="4589574" cy="1547587"/>
            <a:chOff x="3883231" y="2657475"/>
            <a:chExt cx="4589574" cy="1547587"/>
          </a:xfrm>
        </p:grpSpPr>
        <p:pic>
          <p:nvPicPr>
            <p:cNvPr id="4" name="Imagem 3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51"/>
            <a:stretch/>
          </p:blipFill>
          <p:spPr>
            <a:xfrm>
              <a:off x="3883231" y="2657475"/>
              <a:ext cx="4589574" cy="1543050"/>
            </a:xfrm>
            <a:prstGeom prst="rect">
              <a:avLst/>
            </a:prstGeom>
          </p:spPr>
        </p:pic>
        <p:sp>
          <p:nvSpPr>
            <p:cNvPr id="5" name="CaixaDeTexto 4"/>
            <p:cNvSpPr txBox="1"/>
            <p:nvPr/>
          </p:nvSpPr>
          <p:spPr>
            <a:xfrm>
              <a:off x="3930732" y="3835730"/>
              <a:ext cx="285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,</a:t>
              </a:r>
              <a:endParaRPr lang="pt-BR" dirty="0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4334494" y="3835730"/>
              <a:ext cx="4156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;</a:t>
              </a:r>
              <a:endParaRPr lang="pt-BR" dirty="0"/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4108862" y="3123210"/>
              <a:ext cx="225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:</a:t>
              </a:r>
              <a:endParaRPr lang="pt-BR" dirty="0"/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380009" y="4286249"/>
            <a:ext cx="10675917" cy="1547821"/>
            <a:chOff x="344383" y="4203122"/>
            <a:chExt cx="10675917" cy="1547821"/>
          </a:xfrm>
        </p:grpSpPr>
        <p:pic>
          <p:nvPicPr>
            <p:cNvPr id="9" name="Imagem 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383" y="4203122"/>
              <a:ext cx="10675917" cy="1547821"/>
            </a:xfrm>
            <a:prstGeom prst="rect">
              <a:avLst/>
            </a:prstGeom>
          </p:spPr>
        </p:pic>
        <p:sp>
          <p:nvSpPr>
            <p:cNvPr id="10" name="CaixaDeTexto 9"/>
            <p:cNvSpPr txBox="1"/>
            <p:nvPr/>
          </p:nvSpPr>
          <p:spPr>
            <a:xfrm>
              <a:off x="5498275" y="4560125"/>
              <a:ext cx="1175657" cy="1190818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38183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309" y="2304893"/>
            <a:ext cx="8459381" cy="224821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011387" y="2493818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número</a:t>
            </a:r>
            <a:endParaRPr lang="pt-BR" dirty="0"/>
          </a:p>
        </p:txBody>
      </p:sp>
      <p:cxnSp>
        <p:nvCxnSpPr>
          <p:cNvPr id="7" name="Conector de seta reta 6"/>
          <p:cNvCxnSpPr>
            <a:stCxn id="5" idx="1"/>
          </p:cNvCxnSpPr>
          <p:nvPr/>
        </p:nvCxnSpPr>
        <p:spPr>
          <a:xfrm flipH="1" flipV="1">
            <a:off x="4405745" y="2636322"/>
            <a:ext cx="605642" cy="42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387837" y="2682743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Número</a:t>
            </a:r>
            <a:r>
              <a:rPr lang="en-US" dirty="0" smtClean="0"/>
              <a:t> decimal</a:t>
            </a:r>
            <a:endParaRPr lang="pt-BR" dirty="0"/>
          </a:p>
        </p:txBody>
      </p:sp>
      <p:cxnSp>
        <p:nvCxnSpPr>
          <p:cNvPr id="9" name="Conector de seta reta 8"/>
          <p:cNvCxnSpPr>
            <a:stCxn id="8" idx="1"/>
          </p:cNvCxnSpPr>
          <p:nvPr/>
        </p:nvCxnSpPr>
        <p:spPr>
          <a:xfrm flipH="1" flipV="1">
            <a:off x="3782195" y="2825247"/>
            <a:ext cx="605642" cy="42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4405745" y="2872865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fração</a:t>
            </a:r>
            <a:endParaRPr lang="pt-BR" dirty="0"/>
          </a:p>
        </p:txBody>
      </p:sp>
      <p:cxnSp>
        <p:nvCxnSpPr>
          <p:cNvPr id="12" name="Conector de seta reta 11"/>
          <p:cNvCxnSpPr>
            <a:stCxn id="10" idx="1"/>
          </p:cNvCxnSpPr>
          <p:nvPr/>
        </p:nvCxnSpPr>
        <p:spPr>
          <a:xfrm flipH="1" flipV="1">
            <a:off x="3782195" y="3052075"/>
            <a:ext cx="623550" cy="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45132" y="3067246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Valor </a:t>
            </a:r>
            <a:r>
              <a:rPr lang="en-US" dirty="0" err="1" smtClean="0"/>
              <a:t>contábil</a:t>
            </a:r>
            <a:endParaRPr lang="pt-BR" dirty="0"/>
          </a:p>
        </p:txBody>
      </p:sp>
      <p:cxnSp>
        <p:nvCxnSpPr>
          <p:cNvPr id="15" name="Conector de seta reta 14"/>
          <p:cNvCxnSpPr>
            <a:stCxn id="14" idx="1"/>
          </p:cNvCxnSpPr>
          <p:nvPr/>
        </p:nvCxnSpPr>
        <p:spPr>
          <a:xfrm flipH="1" flipV="1">
            <a:off x="4221582" y="3246456"/>
            <a:ext cx="623550" cy="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011387" y="3289698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porcentagem</a:t>
            </a:r>
            <a:endParaRPr lang="pt-BR" dirty="0"/>
          </a:p>
        </p:txBody>
      </p:sp>
      <p:cxnSp>
        <p:nvCxnSpPr>
          <p:cNvPr id="17" name="Conector de seta reta 16"/>
          <p:cNvCxnSpPr>
            <a:stCxn id="16" idx="1"/>
          </p:cNvCxnSpPr>
          <p:nvPr/>
        </p:nvCxnSpPr>
        <p:spPr>
          <a:xfrm flipH="1" flipV="1">
            <a:off x="4387837" y="3468908"/>
            <a:ext cx="623550" cy="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177642" y="3512150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</a:t>
            </a:r>
            <a:r>
              <a:rPr lang="en-US" dirty="0" err="1" smtClean="0"/>
              <a:t>abreviada</a:t>
            </a:r>
            <a:endParaRPr lang="pt-BR" dirty="0"/>
          </a:p>
        </p:txBody>
      </p:sp>
      <p:cxnSp>
        <p:nvCxnSpPr>
          <p:cNvPr id="19" name="Conector de seta reta 18"/>
          <p:cNvCxnSpPr>
            <a:stCxn id="18" idx="1"/>
          </p:cNvCxnSpPr>
          <p:nvPr/>
        </p:nvCxnSpPr>
        <p:spPr>
          <a:xfrm flipH="1" flipV="1">
            <a:off x="4554092" y="3691360"/>
            <a:ext cx="623550" cy="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5343897" y="3734602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</a:t>
            </a:r>
            <a:r>
              <a:rPr lang="en-US" dirty="0" err="1" smtClean="0"/>
              <a:t>completa</a:t>
            </a:r>
            <a:endParaRPr lang="pt-BR" dirty="0"/>
          </a:p>
        </p:txBody>
      </p:sp>
      <p:cxnSp>
        <p:nvCxnSpPr>
          <p:cNvPr id="21" name="Conector de seta reta 20"/>
          <p:cNvCxnSpPr>
            <a:stCxn id="20" idx="1"/>
          </p:cNvCxnSpPr>
          <p:nvPr/>
        </p:nvCxnSpPr>
        <p:spPr>
          <a:xfrm flipH="1" flipV="1">
            <a:off x="4405745" y="3899781"/>
            <a:ext cx="938152" cy="19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5510152" y="3957054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Hora</a:t>
            </a:r>
            <a:endParaRPr lang="en-US" dirty="0" smtClean="0"/>
          </a:p>
        </p:txBody>
      </p:sp>
      <p:cxnSp>
        <p:nvCxnSpPr>
          <p:cNvPr id="23" name="Conector de seta reta 22"/>
          <p:cNvCxnSpPr>
            <a:stCxn id="22" idx="1"/>
          </p:cNvCxnSpPr>
          <p:nvPr/>
        </p:nvCxnSpPr>
        <p:spPr>
          <a:xfrm flipH="1" flipV="1">
            <a:off x="4886602" y="4136264"/>
            <a:ext cx="623550" cy="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676407" y="4179506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Notação</a:t>
            </a:r>
            <a:r>
              <a:rPr lang="en-US" dirty="0" smtClean="0"/>
              <a:t> </a:t>
            </a:r>
            <a:r>
              <a:rPr lang="en-US" dirty="0" err="1" smtClean="0"/>
              <a:t>científica</a:t>
            </a:r>
            <a:endParaRPr lang="pt-BR" dirty="0"/>
          </a:p>
        </p:txBody>
      </p:sp>
      <p:cxnSp>
        <p:nvCxnSpPr>
          <p:cNvPr id="25" name="Conector de seta reta 24"/>
          <p:cNvCxnSpPr>
            <a:stCxn id="24" idx="1"/>
          </p:cNvCxnSpPr>
          <p:nvPr/>
        </p:nvCxnSpPr>
        <p:spPr>
          <a:xfrm flipH="1">
            <a:off x="4405745" y="4364172"/>
            <a:ext cx="1270662" cy="77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443844" y="2269120"/>
            <a:ext cx="469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Texto</a:t>
            </a:r>
            <a:endParaRPr lang="pt-BR" dirty="0"/>
          </a:p>
        </p:txBody>
      </p:sp>
      <p:cxnSp>
        <p:nvCxnSpPr>
          <p:cNvPr id="29" name="Conector de seta reta 28"/>
          <p:cNvCxnSpPr>
            <a:stCxn id="28" idx="1"/>
          </p:cNvCxnSpPr>
          <p:nvPr/>
        </p:nvCxnSpPr>
        <p:spPr>
          <a:xfrm flipH="1" flipV="1">
            <a:off x="2838202" y="2411624"/>
            <a:ext cx="605642" cy="42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521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88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ATOM SERVICES</dc:creator>
  <cp:lastModifiedBy>ATOM SERVICES</cp:lastModifiedBy>
  <cp:revision>11</cp:revision>
  <dcterms:created xsi:type="dcterms:W3CDTF">2026-03-16T20:32:24Z</dcterms:created>
  <dcterms:modified xsi:type="dcterms:W3CDTF">2026-03-16T22:20:14Z</dcterms:modified>
</cp:coreProperties>
</file>